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Intelligent Email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4A90D9"/>
                </a:solidFill>
              </a:defRPr>
            </a:pPr>
            <a:r>
              <a:t>AI-Assisted SOC Triage for User-Reported Suspicious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90D9"/>
                </a:solidFill>
              </a:defRPr>
            </a:pPr>
            <a:r>
              <a:t>Project Status Update —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SOC analysts receive high volumes of user-reported suspicious emails daily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Users cannot distinguish spam from phishing — everything lands in the analyst queue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Analysts manually triage every reported email → fatigue, delayed threat response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Low-risk nuisance emails dilute attention from real phishing attacks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Our question: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"Among emails users reported as suspicious, which are nuisance spam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and which are genuine phishing threats?"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Binary classifier: Spam vs Phishing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Confidence-based routing adds a third operational outcome: Analyst Review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Model learns 2 classes — runtime outputs 3 outcomes: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Email  →  Model  →  Spam (auto-suppress)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                         →  Phishing (immediate escalation)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                         →  Analyst Review (uncertain → manual triage)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Targets: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– Phishing recall &gt; 98%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– Analyst workload reduction &gt; 50%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– Calibrated confidence scores + explainable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 — Sources &amp;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Assembled from multiple public email corpora: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Spam:        TREC 2007  |  SpamAssassin  |  CEAS 2008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Phishing:   Nazario  |  IWSPA-AP  |  Kaggle Phishing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Augmentation:  Template-based phishing generation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                   (brand variation, sender mutation, synonym substitution)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Final dataset: ~22,000 samples  (15.5k train / 3.2k val / 3.2k test)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Phishing subtypes covered: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• Credential harvesting     • BEC / executive impersonation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• Malware delivery             • Invoice &amp; payment fraud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• Redirect / landing-page phishing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 Integrity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A90D9"/>
                </a:solidFill>
              </a:defRPr>
            </a:pPr>
            <a:r>
              <a:t>Quality gates applied before any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1. Deduplicated across splits using normalized text hashing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→ prevents cross-split leakage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2. Restricted synthetic/augmented samples to training set only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→ ensures clean, uncontaminated evaluation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3. Removed provenance-correlated fields from feature set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→ model learns phishing signals, not dataset origin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4. Rebuilt splits via stratified random sampling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→ consistent feature distributions across train/val/test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5. Verified engineered feature correctness post-split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6. Validated schema consistency and label encoding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Feature Engineering — Multimodal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6B"/>
                </a:solidFill>
              </a:defRPr>
            </a:pPr>
            <a:r>
              <a:t>19 structured features + TF-IDF text vectorization (30k vocabulary)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Signal Group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Features Extracted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Sender Signals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Display-from mismatch, reply-to mismatch, free-email sender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URL Signals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URL count, domain count, shortened URLs, suspicious TLDs,</a:t>
                      </a:r>
                    </a:p>
                    <a:p>
                      <a:r>
                        <a:t>IP literal URLs, URL entropy, typosquatting detection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Attachment Signals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Has attachment, executable detected, macro-enabled 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Text Statistics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Subject length, body length, uppercase ratio, digit ratio,</a:t>
                      </a:r>
                    </a:p>
                    <a:p>
                      <a:r>
                        <a:t>punctuation density, link density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Brand Signals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Known brand mention, sender-brand 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Every input mirrors how a real SOC analyst evaluates an email: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Sender mismatch      →  "Is this person who they claim to be?"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URL analysis              →  "Where does this link actually go?"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Attachment flags       →  "Is this payload dangerous?"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Text statistics            →  "Mass spam or targeted attack?"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Brand signals             →  "Is someone impersonating a trusted brand?"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Model inputs limited to signals genuinely present in an email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— no metadata shortcuts, no information the model shouldn't have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Future (production): SPF/DKIM/DMARC, IP reputation, sender history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— additive signals once enterprise telemetry is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Development — 3-Phase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Progressive complexity — each phase builds on prior learnings: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Phase 1:  Logistic Regression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            Fast, interpretable baseline. Establishes minimum viable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Phase 2:  LightGBM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            Enterprise candidate. Handles sparse TF-IDF + structured features natively.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            Strong nonlinear learning, SHAP explainability, low latency.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Phase 3:  RoBERTa + MLP Hybrid Transformer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            Deep semantic understanding + structured features via fusion layer.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            125M parameters. 3 full experiment runs.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Strict methodology: train on train set, tune on validation, report on held-out test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Results — Phase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6B"/>
                </a:solidFill>
              </a:defRPr>
            </a:pPr>
            <a:r>
              <a:t>LightGBM wins on every classification metric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521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Phase 1 (LR)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Phase 2 (LightGBM)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Phase 3 (RoBERTa+MLP)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93.51%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97.62%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94.86%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Phishing Recall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94.38%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98.01% 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97.01%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Phishing Precision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93.56%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97.55%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93.62%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0.9720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0.9959 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0.9682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Auto-classify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82.8%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98.8%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6B"/>
                </a:solidFill>
              </a:defRPr>
            </a:pPr>
            <a:r>
              <a:t>Phase 2 (LightGBM) selected as production model — only model exceeding 98% phishing recall target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LightGBM is the Right Choice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Only model exceeding the 98% phishing recall target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98.8% auto-classify rate → analyst workload reduced dramatically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(only 1.2% of emails need manual review)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Fast inference, simple deployment — single .txt model file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SHAP explainability built-in — every decision has human-readable reasons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Calibration (ECE ≈ 0.44) is a dataset-level property: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— shared equally across all 3 model families (LR, LightGBM, Transformer)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— not a model weakness; routing still works correctly in practice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— fixable with more ambiguous training examples (feedback loop)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Transformer — Long-Term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Phase 3 ran 3 full experiments: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Run 1: Baseline (best recall: 97.01%)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Run 2: Label smoothing + mixup (best ECE: 0.389, but unstable)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Run 3: Label smoothing only (balanced, 96.19% recall)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Why it couldn't beat LightGBM at this scale: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15k training samples vs 125M parameters — model is data-starved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TF-IDF already captures spam/phishing vocabulary difference effectively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Transformer needs 100k+ samples to express its contextual advantage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The transformer IS the right long-term model.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6 documented improvements ready for next attempt: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Layer-wise LR decay | Head+tail truncation | Embedding-space mixup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Larger dataset | Gradual unfreezing | Subtype-stratified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System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A90D9"/>
                </a:solidFill>
              </a:defRPr>
            </a:pPr>
            <a:r>
              <a:t>Complete production inference system — not just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Pipeline:  Email Parser → Feature Extractor → Model Adapter → Confidence Router → Explainability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REST API (FastAPI):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POST /triage          — classify email, return routing + explanation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POST /feedback       — store analyst verdict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GET  /feedback/queue — emails awaiting review (sorted by uncertainty)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GET  /health              — system status + model version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GET  /metrics            — Prometheus-format monitoring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Supporting infrastructure: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Feedback Store (SQLite)     • Retraining Scripts (calibrate / full)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Drift Detector                      • Demo UI (3-page Jinja2 interface)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Docker packaging              • Pluggable model (manifest.json)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149 tests passing  |  Swap LightGBM ↔ Transformer with zero code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Confidence Routing &amp; Explainability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Trust Score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Routing Action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&gt; 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Auto-classify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High confidence — automated decision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75 – 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Auto-classify + Monitor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Confident but flagged for review sampling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55 – 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Analyst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Uncertain — manual triage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&lt; 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Priority Analyst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Very uncertain — top of analyst queue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C3E6B"/>
                </a:solidFill>
              </a:rPr>
              <a:t>Trust Score Formula: </a:t>
            </a:r>
            <a:r>
              <a:rPr sz="1400">
                <a:solidFill>
                  <a:srgbClr val="333333"/>
                </a:solidFill>
              </a:rPr>
              <a:t>0.6 × max_probability + 0.4 × margin_score  (normalized 0–100)</a:t>
            </a:r>
          </a:p>
          <a:p/>
          <a:p>
            <a:r>
              <a:rPr b="1" sz="1400">
                <a:solidFill>
                  <a:srgbClr val="2C3E6B"/>
                </a:solidFill>
              </a:rPr>
              <a:t>Security Override: </a:t>
            </a:r>
            <a:r>
              <a:rPr sz="1400">
                <a:solidFill>
                  <a:srgbClr val="333333"/>
                </a:solidFill>
              </a:rPr>
              <a:t>phishing probability &gt; 0.70 + high-risk signal → immediate escalation</a:t>
            </a:r>
          </a:p>
          <a:p/>
          <a:p>
            <a:r>
              <a:rPr b="1" sz="1400">
                <a:solidFill>
                  <a:srgbClr val="2C3E6B"/>
                </a:solidFill>
              </a:rPr>
              <a:t>Explainability: </a:t>
            </a:r>
            <a:r>
              <a:rPr sz="1400">
                <a:solidFill>
                  <a:srgbClr val="333333"/>
                </a:solidFill>
              </a:rPr>
              <a:t>SHAP attributions → rule summarizer → human-readable reasons on every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Feedback Loop — Continuous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How the system improves itself over time: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1. Model routes uncertain emails → Analyst Review queue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2. Analyst provides verdict (Confirm / Override → Spam / Override → Phishing)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3. Verdict stored with full context (features, probabilities, text)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4. Drift detector monitors 7-day rolling override rate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5. At &gt;20% override rate → signals retraining needed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6. Retrain: merge feedback labels → train → evaluate → gate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7. Human approves promotion → new model goes live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Two retrain modes: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Calibration-only  —  quick (&lt;2 min), when &lt;500 new samples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  • Full retrain          —  new model, requires phishing recall ≥ current production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No automatic deployment — human gates every model promotion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Status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Status: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✅  All build phases complete (Pipeline, API, Feedback, Retraining, Demo UI, Docker)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✅  149 tests, all passing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✅  LightGBM validated: 98.01% phishing recall, 98.8% auto-classify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⚠️  One remaining step: export model artifacts from Kaggle → system goes live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Roadmap: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Near-term:    Export artifacts → deploy → collect analyst feedback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Mid-term:     5,000 analyst-reviewed samples → retrain → improve calibration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Long-term:   100k+ total samples → transformer revival with documented fixes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                    → two-stage router (LightGBM for easy, Transformer for hard)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1. Built a complete AI triage system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 — model + pipeline + API + feedback + monitoring + packaging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2. Rigorous data engineering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 — integrity pipeline, multimodal features, strict evaluation methodology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3. Transparent about data scale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 — and built the system that solves it over time via the feedback loop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4. Meeting 98% phishing recall today with LightGBM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 — architecture designed to evolve as data grows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5. The system gets better the more it's used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      — production usage generates training data → retrain → improve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